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71c0377f-9e52-5a8f-17d8-c46eaef26c5e}">
          <p14:sldIdLst>
            <p14:sldId id="256"/>
          </p14:sldIdLst>
        </p14:section>
        <p14:section name="Qui suis-je" id="{4cc5d370-ee22-2ccc-f9fc-62c1f609becf}">
          <p14:sldIdLst>
            <p14:sldId id="257"/>
          </p14:sldIdLst>
        </p14:section>
        <p14:section name="Nos élèves" id="{257f30b2-d48b-02a0-9cf8-e7f5ee272e76}">
          <p14:sldIdLst>
            <p14:sldId id="258"/>
            <p14:sldId id="259"/>
            <p14:sldId id="260"/>
          </p14:sldIdLst>
        </p14:section>
        <p14:section name="Labo techno-IA" id="{7f0925f3-d3c2-d7e7-73c1-0a32964c25e8}">
          <p14:sldIdLst>
            <p14:sldId id="261"/>
          </p14:sldIdLst>
        </p14:section>
        <p14:section name="Mon Parcours" id="{cb3fa3f6-9631-697d-5a8d-c84c19ab0c04}">
          <p14:sldIdLst>
            <p14:sldId id="262"/>
          </p14:sldIdLst>
        </p14:section>
        <p14:section name="Bande-annonce" id="{1c3a0c78-06db-0f32-1d15-a7cb624362a4}">
          <p14:sldIdLst>
            <p14:sldId id="263"/>
          </p14:sldIdLst>
        </p14:section>
        <p14:section name="Inscription" id="{bc0e8241-da3b-a0c5-c6e3-dda3bf666a7c}">
          <p14:sldIdLst>
            <p14:sldId id="264"/>
          </p14:sldIdLst>
        </p14:section>
        <p14:section name="Bonus" id="{d1982696-2a79-13a6-a0c2-02aba36945b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F.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2026-10-05T02:14:36Z</dcterms:created>
  <dcterms:modified xsi:type="dcterms:W3CDTF">2026-10-05T02:14:36Z</dcterms:modified>
</cp:coreProperties>
</file>