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e221eecb-2418-7b9f-01d8-2bb150fc91c5}">
          <p14:sldIdLst>
            <p14:sldId id="256"/>
          </p14:sldIdLst>
        </p14:section>
        <p14:section name="Qui suis-je" id="{9abc7dfe-91b9-d34c-e9ef-d9b883a18bf8}">
          <p14:sldIdLst>
            <p14:sldId id="257"/>
          </p14:sldIdLst>
        </p14:section>
        <p14:section name="Nos élèves" id="{1f07d7ff-1956-46df-603d-6cd49836af0e}">
          <p14:sldIdLst>
            <p14:sldId id="258"/>
            <p14:sldId id="259"/>
            <p14:sldId id="260"/>
          </p14:sldIdLst>
        </p14:section>
        <p14:section name="Labo techno-IA" id="{11cdfcb0-f60b-cac1-0624-03b584d9e5f7}">
          <p14:sldIdLst>
            <p14:sldId id="261"/>
          </p14:sldIdLst>
        </p14:section>
        <p14:section name="Mon Parcours" id="{90699418-780f-5ba4-472e-9e2ca678d6b4}">
          <p14:sldIdLst>
            <p14:sldId id="262"/>
          </p14:sldIdLst>
        </p14:section>
        <p14:section name="Bande-annonce" id="{0ae0591c-fb3c-75fe-a32b-7d80fe38bc79}">
          <p14:sldIdLst>
            <p14:sldId id="263"/>
          </p14:sldIdLst>
        </p14:section>
        <p14:section name="Inscription" id="{22ccdb06-a756-31ab-a1cb-c788d7e47ff5}">
          <p14:sldIdLst>
            <p14:sldId id="264"/>
          </p14:sldIdLst>
        </p14:section>
        <p14:section name="Bonus" id="{ecdae8c8-4084-772f-5dba-00fc69c20e6a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10/10). Co-chercheuse : texte d'opinion et texte d'information avec l'Université Laval (direction : Érick Falardeau); cyberintimidation avec l'UQAM.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F.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Diapo de rechange si la vidéo ne joue pas : la diapo suivante (mythes contre réalité) est masquée, affiche-la au besoin.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MASQUÉE (plan B) : si la vidéo des stats ne joue pas, affiche celle-ci et la précédente.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: insère un composant Loop « Tableau » avec ces 5 colonnes dans le clavardage de la rencontre, puis épingle-le.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video" Target="../media/media-8-1.mp4"/><Relationship Id="rId2" Type="http://schemas.microsoft.com/office/2007/relationships/media" Target="../media/media-8-1.mp4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ythes et réalité" descr="Ce qu'on croit contre ce que montrent nos donné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10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463040"/>
                <a:gridCol w="3749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Mes élèves en FAD décrochent après 20 min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ce qui t'intéresse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2026-10-05T02:22:21Z</dcterms:created>
  <dcterms:modified xsi:type="dcterms:W3CDTF">2026-10-05T02:22:21Z</dcterms:modified>
</cp:coreProperties>
</file>