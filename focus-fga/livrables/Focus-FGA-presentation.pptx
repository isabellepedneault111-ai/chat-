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6694b47f-510d-becd-0ba1-598d4ef857f1}">
          <p14:sldIdLst>
            <p14:sldId id="256"/>
          </p14:sldIdLst>
        </p14:section>
        <p14:section name="Qui suis-je" id="{d5499f21-05b1-bcff-981e-359a10b8b3e5}">
          <p14:sldIdLst>
            <p14:sldId id="257"/>
          </p14:sldIdLst>
        </p14:section>
        <p14:section name="Nos élèves" id="{18067271-0db5-27f1-3145-39e7dba1b37a}">
          <p14:sldIdLst>
            <p14:sldId id="258"/>
            <p14:sldId id="259"/>
            <p14:sldId id="260"/>
          </p14:sldIdLst>
        </p14:section>
        <p14:section name="Labo techno-IA" id="{b48cb5dc-85be-cff1-3949-17ff0eea6960}">
          <p14:sldIdLst>
            <p14:sldId id="261"/>
          </p14:sldIdLst>
        </p14:section>
        <p14:section name="Mon Parcours" id="{eeb4667d-f756-68af-e9a6-d259db32c8e1}">
          <p14:sldIdLst>
            <p14:sldId id="262"/>
          </p14:sldIdLst>
        </p14:section>
        <p14:section name="Bande-annonce" id="{4449fb5b-861e-0081-37fa-37b87ee59f71}">
          <p14:sldIdLst>
            <p14:sldId id="263"/>
          </p14:sldIdLst>
        </p14:section>
        <p14:section name="Inscription" id="{794c9b17-ca22-1546-0144-d32413a7d50d}">
          <p14:sldIdLst>
            <p14:sldId id="264"/>
          </p14:sldIdLst>
        </p14:section>
        <p14:section name="Bonus" id="{4cd0dd22-75a6-9d06-37ea-4b6a35a5f56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avec l'UQAM.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2026-10-05T02:39:46Z</dcterms:created>
  <dcterms:modified xsi:type="dcterms:W3CDTF">2026-10-05T02:39:46Z</dcterms:modified>
</cp:coreProperties>
</file>