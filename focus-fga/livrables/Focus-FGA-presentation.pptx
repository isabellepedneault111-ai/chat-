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d916a21b-b55d-836e-1443-3eb666a913b4}">
          <p14:sldIdLst>
            <p14:sldId id="256"/>
          </p14:sldIdLst>
        </p14:section>
        <p14:section name="Qui suis-je" id="{a8607f6f-56ed-927c-6df4-644821f06830}">
          <p14:sldIdLst>
            <p14:sldId id="257"/>
          </p14:sldIdLst>
        </p14:section>
        <p14:section name="Nos élèves" id="{46a0a289-7d96-5d38-1dd9-5a23b4b37264}">
          <p14:sldIdLst>
            <p14:sldId id="258"/>
            <p14:sldId id="259"/>
            <p14:sldId id="260"/>
          </p14:sldIdLst>
        </p14:section>
        <p14:section name="Labo techno-IA" id="{0da82700-b744-976d-9f13-43df05aca37d}">
          <p14:sldIdLst>
            <p14:sldId id="261"/>
          </p14:sldIdLst>
        </p14:section>
        <p14:section name="Mon Parcours" id="{c351f168-033d-6f13-8486-99ecf9408e78}">
          <p14:sldIdLst>
            <p14:sldId id="262"/>
          </p14:sldIdLst>
        </p14:section>
        <p14:section name="Bande-annonce" id="{86b403f8-d214-2e4f-3aaf-1754778d12e3}">
          <p14:sldIdLst>
            <p14:sldId id="263"/>
          </p14:sldIdLst>
        </p14:section>
        <p14:section name="Inscription" id="{7015d43e-ba73-cc41-a916-e4d0b7427276}">
          <p14:sldIdLst>
            <p14:sldId id="264"/>
          </p14:sldIdLst>
        </p14:section>
        <p14:section name="Bonus" id="{9a770c17-42c7-1bc5-3511-831bb261a0a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l'UQAM; Chaire de recherche VISAJ (F. Pouliot, co-titulaire).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2026-10-05T02:11:53Z</dcterms:created>
  <dcterms:modified xsi:type="dcterms:W3CDTF">2026-10-05T02:11:53Z</dcterms:modified>
</cp:coreProperties>
</file>