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33ed4ec2-6d94-d2bd-15aa-e78c6b78bc14}">
          <p14:sldIdLst>
            <p14:sldId id="256"/>
          </p14:sldIdLst>
        </p14:section>
        <p14:section name="Qui suis-je" id="{edca3f00-0c65-8f88-243a-f9304ebdf502}">
          <p14:sldIdLst>
            <p14:sldId id="257"/>
          </p14:sldIdLst>
        </p14:section>
        <p14:section name="Nos élèves" id="{d24144db-6198-b5bc-325f-1c165ed13f03}">
          <p14:sldIdLst>
            <p14:sldId id="258"/>
            <p14:sldId id="259"/>
          </p14:sldIdLst>
        </p14:section>
        <p14:section name="Labo techno-IA" id="{40100a26-49d8-9c33-33dd-4fbf187e8954}">
          <p14:sldIdLst>
            <p14:sldId id="260"/>
          </p14:sldIdLst>
        </p14:section>
        <p14:section name="Mon Parcours" id="{86a11e3e-47a2-9579-d881-af47c8005f9a}">
          <p14:sldIdLst>
            <p14:sldId id="261"/>
          </p14:sldIdLst>
        </p14:section>
        <p14:section name="Bande-annonce" id="{214657e6-5f96-fd27-81c1-1c2fac414225}">
          <p14:sldIdLst>
            <p14:sldId id="262"/>
          </p14:sldIdLst>
        </p14:section>
        <p14:section name="Inscription" id="{20d4c260-7c44-99ef-d7c0-6d3057c332fb}">
          <p14:sldIdLst>
            <p14:sldId id="263"/>
          </p14:sldIdLst>
        </p14:section>
        <p14:section name="Parcours d'accueil" id="{17906800-6d68-450d-4e65-7e9fd919a693}">
          <p14:sldIdLst>
            <p14:sldId id="264"/>
          </p14:sldIdLst>
        </p14:section>
        <p14:section name="Bonus" id="{5a07eaf5-6aaf-6aaf-28ce-1fe40817688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« Teams, vous l'utilisez pour quoi? Un mot ou plusieurs, dans le clavardage. » Lis quelques réponses à voix haute en accueillant les gens. Ça prépare la bande-annonce (« Teams, c'est pas juste pour les réunions! »).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lances. Chaque pépite dure 10 secondes. CADRE DORÉ qui pulse autour de l'image = la pépite se termine dans 2,5 secondes : clique sur pause (barre d'espace) si tu veux en dire plus, puis relance. INTERACTION 4, juste après la vidéo : « Votre pépite préférée? Écrivez son numéro dans le clavardage! » Lis le numéro le plus populaire : ce sera le sujet de la première rencontre du Labo. Les autres pépites : en Pépite express (20 min, à la carte, dans ta classe ou en période libre).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Pépite # · Mon défi en une ligne, 4) envoie, puis épingle le message. Plan B sans Loop : « Écrivez dans le clavardage : Labo, Appli ou Pépite # + votre défi ». Pour l'appli : « Testez-la, brisez-la! Mettez un X dans la colonne Mon Parcours. » Pour les pépites : « Une pépite vous fait de l'œil? Mettez son numéro : je viens vous la montrer en 20 minutes, une Pépite express. » Pendant : 90 secondes de silence, et lis les noms qui apparaissent. Le tableau reste dans le clavardage après la rencontre. Puis passe à la diapo finale : le parcours d'accueil.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· LE MOT DE LA FIN. Le lien avec les stats : « Tout à l'heure, on a vu que ça se joue dans les premières semaines. Ces premières semaines, on les a déjà : c'est le parcours d'accueil. » EVR-5001, Engagement vers sa réussite : cours obligatoire pour tout nouvel élève, environ 25 h, 8 modules, projet-pilote depuis le 24 août. Le chemin : 1) Accueillir : le centre, ses personnes-ressources, son horaire. 2) Se connaître : selfie d'apprenant et bilan d'accrocheur. 3) S'engager : motivation, persévérance, engagement. 4) Se fixer un cap : objectif professionnel, objectifs SMART. 5) L'entretien EVR avec le tuteur (crédit de 5e secondaire). LE MESSAGE À MARTELER : « Horaire = autonomie. Avancer à son rythme, ça s'apprend, et ça s'apprend dès l'accueil. » Deux rôles qui se parlent : le tuteur suit l'élève dans la durée; le prof de matière supervise le cahier et signale les alertes au tuteur. Nomme et remercie l'équipe d'accueil. Dernière phrase : « Merci. On y est déjà, ensemble. » Laisse cette diapo à l'écran pendant que les gens quittent.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286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761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614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2369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2369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124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71246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1879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187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663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6634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1389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513892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parcours d'accueil : merci!</a:t>
            </a:r>
            <a:endParaRPr lang="en-US" sz="1600" dirty="0"/>
          </a:p>
        </p:txBody>
      </p:sp>
      <p:sp>
        <p:nvSpPr>
          <p:cNvPr id="26" name="Bandeau clavardage"/>
          <p:cNvSpPr/>
          <p:nvPr/>
        </p:nvSpPr>
        <p:spPr>
          <a:xfrm>
            <a:off x="548640" y="57150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5C54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Teams, tu l'utilises pour quoi? Un mot ou plusieurs!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0B1530"/>
                </a:solidFill>
              </a:rPr>
              <a:t>Stocker · Collaborer · Partager · Contribuer · Soutenir l'apprentissage · Communiquer…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Pépite #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X ou le # de ta pépite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rcours d'accueil EVR" descr="Le parcours d'accueil EVR-5001 : accueillir, se connaître, s'engager, se fixer un cap, l'entretien EVR. Horaire = autonomie. Merci à toute l'équipe d'accuei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2026-10-05T05:12:51Z</dcterms:created>
  <dcterms:modified xsi:type="dcterms:W3CDTF">2026-10-05T05:12:51Z</dcterms:modified>
</cp:coreProperties>
</file>