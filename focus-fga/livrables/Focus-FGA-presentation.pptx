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c0bab442-ddcc-35f7-896a-a4d1eaaf630a}">
          <p14:sldIdLst>
            <p14:sldId id="256"/>
          </p14:sldIdLst>
        </p14:section>
        <p14:section name="Qui suis-je" id="{f570ad7f-3916-c646-f982-ceb0140b53e8}">
          <p14:sldIdLst>
            <p14:sldId id="257"/>
          </p14:sldIdLst>
        </p14:section>
        <p14:section name="Nos élèves" id="{0f8c42b8-799f-e36e-4123-7485f9b4bd77}">
          <p14:sldIdLst>
            <p14:sldId id="258"/>
          </p14:sldIdLst>
        </p14:section>
        <p14:section name="Labo techno-IA" id="{d6eb03b2-1427-14b4-1571-6f9556168876}">
          <p14:sldIdLst>
            <p14:sldId id="259"/>
          </p14:sldIdLst>
        </p14:section>
        <p14:section name="Mon Parcours" id="{edb4ff41-e3fe-cd08-4503-610fa4483677}">
          <p14:sldIdLst>
            <p14:sldId id="260"/>
          </p14:sldIdLst>
        </p14:section>
        <p14:section name="Bande-annonce" id="{5a15942b-90c4-5c38-e625-ebf2bfe8f694}">
          <p14:sldIdLst>
            <p14:sldId id="261"/>
          </p14:sldIdLst>
        </p14:section>
        <p14:section name="Inscription" id="{ceda8ea9-619b-084e-84d2-d93608247f92}">
          <p14:sldIdLst>
            <p14:sldId id="262"/>
          </p14:sldIdLst>
        </p14:section>
        <p14:section name="Bonus" id="{88f44778-1532-0e2b-0f9c-e851e2e4c2d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2018.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La vidéo finit sur « Inscris-toi » : enchaîne directement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Allô! Moi, c'est Isabelle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Conseillère pédagonumérique · CFGA de la Jonquière</a:t>
            </a:r>
            <a:endParaRPr lang="en-US" sz="1700" dirty="0"/>
          </a:p>
        </p:txBody>
      </p:sp>
      <p:sp>
        <p:nvSpPr>
          <p:cNvPr id="4" name="Jalon 1"/>
          <p:cNvSpPr/>
          <p:nvPr/>
        </p:nvSpPr>
        <p:spPr>
          <a:xfrm>
            <a:off x="548640" y="189280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15 ans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en classe · CSS de la Capitale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585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Milieu très défavorisé · indice 10/10</a:t>
            </a:r>
            <a:endParaRPr lang="en-US" sz="1500" dirty="0"/>
          </a:p>
        </p:txBody>
      </p:sp>
      <p:sp>
        <p:nvSpPr>
          <p:cNvPr id="8" name="Jalon 2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6791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Recherche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Univ. Laval · UQAM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108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Écriture · cyberintimidation · Plan numérique 2018</a:t>
            </a:r>
            <a:endParaRPr lang="en-US" sz="1500" dirty="0"/>
          </a:p>
        </p:txBody>
      </p:sp>
      <p:sp>
        <p:nvSpPr>
          <p:cNvPr id="12" name="Jalon 3"/>
          <p:cNvSpPr/>
          <p:nvPr/>
        </p:nvSpPr>
        <p:spPr>
          <a:xfrm>
            <a:off x="548640" y="359359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93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Lévis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Conseillance au CFP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593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Électromécanique · mentore classes multiâges</a:t>
            </a:r>
            <a:endParaRPr lang="en-US" sz="1500" dirty="0"/>
          </a:p>
        </p:txBody>
      </p:sp>
      <p:sp>
        <p:nvSpPr>
          <p:cNvPr id="16" name="Jalon 4"/>
          <p:cNvSpPr/>
          <p:nvPr/>
        </p:nvSpPr>
        <p:spPr>
          <a:xfrm>
            <a:off x="548640" y="44439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39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99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2018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Retour au Saguenay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8097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CP maths-sciences · pédagonumérique · CFGA</a:t>
            </a:r>
            <a:endParaRPr lang="en-US" sz="1500" dirty="0"/>
          </a:p>
        </p:txBody>
      </p:sp>
      <p:sp>
        <p:nvSpPr>
          <p:cNvPr id="20" name="Jalon 5"/>
          <p:cNvSpPr/>
          <p:nvPr/>
        </p:nvSpPr>
        <p:spPr>
          <a:xfrm>
            <a:off x="548640" y="5294376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2025-26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UQAC · Patrick Giroux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6601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Plusieurs CoP IA · cadre réflexif IA du CSS</a:t>
            </a:r>
            <a:endParaRPr lang="en-US" sz="1500" dirty="0"/>
          </a:p>
        </p:txBody>
      </p:sp>
      <p:sp>
        <p:nvSpPr>
          <p:cNvPr id="24" name="Mes classes"/>
          <p:cNvSpPr/>
          <p:nvPr/>
        </p:nvSpPr>
        <p:spPr>
          <a:xfrm>
            <a:off x="6766560" y="1783080"/>
            <a:ext cx="4846320" cy="1783080"/>
          </a:xfrm>
          <a:prstGeom prst="roundRect">
            <a:avLst>
              <a:gd name="adj" fmla="val 7692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0880" y="18745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CLASSES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1945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⅓ issus de l'immigration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Jusqu'à 5 ans d'écart dans les apprentissages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Attachement · comportement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Élèves HDAA intégrés</a:t>
            </a:r>
            <a:endParaRPr lang="en-US" sz="1400" dirty="0"/>
          </a:p>
        </p:txBody>
      </p:sp>
      <p:sp>
        <p:nvSpPr>
          <p:cNvPr id="27" name="Mes approches"/>
          <p:cNvSpPr/>
          <p:nvPr/>
        </p:nvSpPr>
        <p:spPr>
          <a:xfrm>
            <a:off x="6766560" y="3703320"/>
            <a:ext cx="4846320" cy="2057400"/>
          </a:xfrm>
          <a:prstGeom prst="roundRect">
            <a:avLst>
              <a:gd name="adj" fmla="val 6667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APPROCHES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411480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Potentiel ouvert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 collaborative et réflexive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Classes multiâges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Décloisonnement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Co-enseignement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Plan de travail différencié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411480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Tableau de programmation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Technologie éducative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Projets entrepreneuriaux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 Flex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1er middle school au Québec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5852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Je reconnais mes élèves dans les vôtres.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8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2026-10-05T01:20:19Z</dcterms:created>
  <dcterms:modified xsi:type="dcterms:W3CDTF">2026-10-05T01:20:19Z</dcterms:modified>
</cp:coreProperties>
</file>