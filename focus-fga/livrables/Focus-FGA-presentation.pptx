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18fdaefd-935b-0b69-6823-86cdbcb92b03}">
          <p14:sldIdLst>
            <p14:sldId id="256"/>
          </p14:sldIdLst>
        </p14:section>
        <p14:section name="Qui suis-je" id="{7412c4e8-6122-8fa0-bb64-8739189193ce}">
          <p14:sldIdLst>
            <p14:sldId id="257"/>
          </p14:sldIdLst>
        </p14:section>
        <p14:section name="Nos élèves" id="{1f931934-8e5d-3cac-8575-947c04b9a2d7}">
          <p14:sldIdLst>
            <p14:sldId id="258"/>
            <p14:sldId id="259"/>
            <p14:sldId id="260"/>
          </p14:sldIdLst>
        </p14:section>
        <p14:section name="Labo techno-IA" id="{48550695-49dd-4de8-829c-c55e5cc314ae}">
          <p14:sldIdLst>
            <p14:sldId id="261"/>
          </p14:sldIdLst>
        </p14:section>
        <p14:section name="Mon Parcours" id="{eef64bc2-8e43-480c-6685-aa730b26a9cf}">
          <p14:sldIdLst>
            <p14:sldId id="262"/>
          </p14:sldIdLst>
        </p14:section>
        <p14:section name="Bande-annonce" id="{a3971e36-e372-c209-8c11-dd88c28d67e8}">
          <p14:sldIdLst>
            <p14:sldId id="263"/>
          </p14:sldIdLst>
        </p14:section>
        <p14:section name="Inscription" id="{c5276d0e-6ad5-d016-8156-5caecadb7899}">
          <p14:sldIdLst>
            <p14:sldId id="264"/>
          </p14:sldIdLst>
        </p14:section>
        <p14:section name="Bonus" id="{13387beb-e144-7aa0-c80c-890341ad02f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2018.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Diapo de rechange si la vidéo ne joue pas : la diapo suivante (mythes contre réalité) est masquée, affiche-la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MASQUÉE (plan B) : si la vidéo des stats ne joue pas, affiche celle-ci et la précédente.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Allô! Moi, c'est Isabelle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Conseillère pédagonumérique · CFGA de la Jonquière</a:t>
            </a:r>
            <a:endParaRPr lang="en-US" sz="1700" dirty="0"/>
          </a:p>
        </p:txBody>
      </p:sp>
      <p:sp>
        <p:nvSpPr>
          <p:cNvPr id="4" name="Jalon 1"/>
          <p:cNvSpPr/>
          <p:nvPr/>
        </p:nvSpPr>
        <p:spPr>
          <a:xfrm>
            <a:off x="548640" y="1892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15 ans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 classe · CSS de la Capitale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585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Milieu très défavorisé · indice 10/10</a:t>
            </a:r>
            <a:endParaRPr lang="en-US" sz="1500" dirty="0"/>
          </a:p>
        </p:txBody>
      </p:sp>
      <p:sp>
        <p:nvSpPr>
          <p:cNvPr id="8" name="Jalon 2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791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Recherche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Univ. Laval · UQAM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Écriture · cyberintimidation · Plan numérique 2018</a:t>
            </a:r>
            <a:endParaRPr lang="en-US" sz="1500" dirty="0"/>
          </a:p>
        </p:txBody>
      </p:sp>
      <p:sp>
        <p:nvSpPr>
          <p:cNvPr id="12" name="Jalon 3"/>
          <p:cNvSpPr/>
          <p:nvPr/>
        </p:nvSpPr>
        <p:spPr>
          <a:xfrm>
            <a:off x="548640" y="359359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93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Lévis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Conseillance au CFP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59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Électromécanique · mentore classes multiâges</a:t>
            </a:r>
            <a:endParaRPr lang="en-US" sz="1500" dirty="0"/>
          </a:p>
        </p:txBody>
      </p:sp>
      <p:sp>
        <p:nvSpPr>
          <p:cNvPr id="16" name="Jalon 4"/>
          <p:cNvSpPr/>
          <p:nvPr/>
        </p:nvSpPr>
        <p:spPr>
          <a:xfrm>
            <a:off x="548640" y="44439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99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2018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Retour au Saguenay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8097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CP maths-sciences · pédagonumérique · CFGA</a:t>
            </a:r>
            <a:endParaRPr lang="en-US" sz="1500" dirty="0"/>
          </a:p>
        </p:txBody>
      </p:sp>
      <p:sp>
        <p:nvSpPr>
          <p:cNvPr id="20" name="Jalon 5"/>
          <p:cNvSpPr/>
          <p:nvPr/>
        </p:nvSpPr>
        <p:spPr>
          <a:xfrm>
            <a:off x="548640" y="5294376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2025-26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UQAC · Patrick Giroux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660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Plusieurs CoP IA · cadre réflexif IA du CSS</a:t>
            </a:r>
            <a:endParaRPr lang="en-US" sz="1500" dirty="0"/>
          </a:p>
        </p:txBody>
      </p:sp>
      <p:sp>
        <p:nvSpPr>
          <p:cNvPr id="24" name="Mes classes"/>
          <p:cNvSpPr/>
          <p:nvPr/>
        </p:nvSpPr>
        <p:spPr>
          <a:xfrm>
            <a:off x="6766560" y="1783080"/>
            <a:ext cx="4846320" cy="1783080"/>
          </a:xfrm>
          <a:prstGeom prst="roundRect">
            <a:avLst>
              <a:gd name="adj" fmla="val 7692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0" y="1874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CLASSES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1945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⅓ issus de l'immigration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Jusqu'à 5 ans d'écart dans les apprentissages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Attachement · comportement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Élèves HDAA intégrés</a:t>
            </a:r>
            <a:endParaRPr lang="en-US" sz="1400" dirty="0"/>
          </a:p>
        </p:txBody>
      </p:sp>
      <p:sp>
        <p:nvSpPr>
          <p:cNvPr id="27" name="Mes approches"/>
          <p:cNvSpPr/>
          <p:nvPr/>
        </p:nvSpPr>
        <p:spPr>
          <a:xfrm>
            <a:off x="6766560" y="3703320"/>
            <a:ext cx="4846320" cy="2057400"/>
          </a:xfrm>
          <a:prstGeom prst="roundRect">
            <a:avLst>
              <a:gd name="adj" fmla="val 6667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APPROCHES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411480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Potentiel ouvert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 collaborative et réflexive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Classes multiâges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Décloisonnement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Co-enseignement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Plan de travail différencié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11480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Tableau de programmation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Technologie éducative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Projets entrepreneuriaux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 Flex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1er middle school au Québec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5852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Je reconnais mes élèves dans les vôtres.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ythes et réalité" descr="Ce qu'on croit contre ce que montrent no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10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2026-10-05T02:07:58Z</dcterms:created>
  <dcterms:modified xsi:type="dcterms:W3CDTF">2026-10-05T02:07:58Z</dcterms:modified>
</cp:coreProperties>
</file>