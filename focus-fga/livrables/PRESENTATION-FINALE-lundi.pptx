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ccueil" id="{0479a310-45ed-ace8-fb96-603177afad02}">
          <p14:sldIdLst>
            <p14:sldId id="256"/>
          </p14:sldIdLst>
        </p14:section>
        <p14:section name="Qui suis-je" id="{a492438b-2386-4925-ee67-e2c3792b4b1a}">
          <p14:sldIdLst>
            <p14:sldId id="257"/>
          </p14:sldIdLst>
        </p14:section>
        <p14:section name="Nos élèves" id="{2e1fbf62-e25f-9485-f401-17d68181eee8}">
          <p14:sldIdLst>
            <p14:sldId id="258"/>
            <p14:sldId id="259"/>
          </p14:sldIdLst>
        </p14:section>
        <p14:section name="Labo techno-IA" id="{34cbfbe0-f30d-f444-e72d-a6f8a6447c1a}">
          <p14:sldIdLst>
            <p14:sldId id="260"/>
          </p14:sldIdLst>
        </p14:section>
        <p14:section name="Mon Parcours" id="{b3465913-e7c8-99ac-915f-355a4130d569}">
          <p14:sldIdLst>
            <p14:sldId id="261"/>
          </p14:sldIdLst>
        </p14:section>
        <p14:section name="Bande-annonce" id="{3fbede96-5a5e-37d8-1122-3020d7131ae8}">
          <p14:sldIdLst>
            <p14:sldId id="262"/>
          </p14:sldIdLst>
        </p14:section>
        <p14:section name="Inscription" id="{05465a59-22b8-044a-e351-d3c78bf5a85b}">
          <p14:sldIdLst>
            <p14:sldId id="263"/>
          </p14:sldIdLst>
        </p14:section>
        <p14:section name="Parcours d'accueil" id="{d54b9cfb-6899-6709-077f-6ffef5c35161}">
          <p14:sldIdLst>
            <p14:sldId id="264"/>
          </p14:sldIdLst>
        </p14:section>
        <p14:section name="Bonus" id="{f27016cc-2fca-533b-1d60-a48457aa6bf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 1 (pendant l'arrivée) : « Teams, vous l'utilisez pour quoi? Un mot ou plusieurs, dans le clavardage. » Lis quelques réponses à voix haute en accueillant les gens. Ça prépare la bande-annonce (« Teams, c'est pas juste pour les réunions! »). AVANT LE DÉBUT · Affiche cette diapo pendant que les gens se connectent. Dès que tu commences, lis les trois intentions en 20 secondes : « Aujourd'hui, trois choses : connaître, découvrir, choisir. » Rappel : mode « Mis en avant » dans Teams pour qu'on voie ta caméra par-dessus les diapos.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· QUI SUIS-JE. Des mots-clés à l'écran, l'histoire dans ta bouche. Parcours : 15 ans en classe au CSS de la Capitale, en milieu très défavorisé (indice 10/10), enseignante associée. Co-chercheuse : texte d'opinion et texte d'information avec l'Université Laval (direction : Érick Falardeau); cyberintimidation et nouveau programme CCQ avec l'UQAM (direction : Stéphane Villeneuve). Contribution au Plan d'action numérique (2018). Conseillance au CFP de Lévis (électromécanique), mentore des classes multiâges. Retour au Saguenay en 2018 : CP maths-sciences, pédagonumérique, maintenant le CFGA. L'an dernier : toute l'année avec Patrick Giroux, directeur du département de recherche en éducation à l'UQAC. Mandat du comité de gouvernance pédagonumérique : produire le cadre réflexif sur l'utilisation de l'IA pour le CSS, et animer plusieurs CoP IA (35 profs au total). Collaboration aussi avec Ève Pouliot, co-titulaire de la Chaire de recherche VISAJ. Pont vers la suite : « Et c'est ce qu'on va faire ensemble ici, avec le Labo techno-IA. » La phrase qui compte : « Je reconnais mes élèves dans les vôtres. » Transition : « Justement, qui accueille-t-on vraiment?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· QUI ACCUEILLONS-NOUS VRAIMENT? Vidéo de 80 s. Ensuite, une seule question dans le clavardage : « En un mot, qu'est-ce qui vous surprend? » Lis 2 ou 3 réponses. INTERACTION 2 : « En un mot, qu'est-ce qui vous surprend? » Laisse 30 secondes, lis 3 mots. Message clé : 70 % valorisent déjà plus l'école qu'avant, et ça se joue dans les premières semaines.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GARDER À L'ÉCRAN pendant la discussion. « 15 % accordaient une grande valeur à l'école avant d'arriver. 64 % aujourd'hui. 43 sur 61 en hausse. Le CFGA répare déjà. Et ça se joue dans les premières semaines. » Plan B si la vidéo ne joue pas : reste sur cette diapo et dis les chiffres.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· LE LABO TECHNO-IA. Rappel du pont : le cadre réflexif IA produit avec l'UQAC sert de base au Labo (pédagogique · éthique · légal, avant, pendant, après). La CoP IA en une phrase : 35 profs, ½ journée par mois, un défi chaque mois, zéro expert au départ. Montre UNE réalisation. INTERACTION 3 : « Si l'IA pouvait t'enlever UNE tâche cette semaine, ce serait laquelle? Écris-la dans le clavardage. » Lis-en 2 ou 3 : ce seront les premiers défis du Labo! Puis : « Vous l'avez dit dans le sondage : techno et IA, en petit groupe, mardi ou jeudi après-midi. On le fait.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· MON PARCOURS. Je cherche quelques profs pour l'essayer avec un ou deux élèves cet automne. Rien à installer, rien ne sort de l'appareil. Montre le code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· LA BANDE-ANNONCE (2 min 36). Phrase d'intro : « Et pour vous donner le goût, voici 10 pépites Teams. » Puis tu lances. Chaque pépite dure 10 secondes. CADRE DORÉ qui pulse autour de l'image = la pépite se termine dans 2,5 secondes : clique sur pause (barre d'espace) si tu veux en dire plus, puis relance. INTERACTION 4, juste après la vidéo : « Votre pépite préférée? Écrivez son numéro dans le clavardage! » Lis le numéro le plus populaire : ce sera le sujet de la première rencontre du Labo. Les autres pépites : en Pépite express (20 min, à la carte, dans ta classe ou en période libre). Puis enchaîne sur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· INSCRIPTION EN DIRECT. AVANT LA RENCONTRE (5 min, dans le clavardage de la réunion Teams) : 1) clique sur l'icône Loop (ou « + ») sous la zone de message, 2) choisis « Tableau », 3) nomme les colonnes : Nom · Labo techno-IA · Mon Parcours : je la teste · Pépite # · Mon défi en une ligne, 4) envoie, puis épingle le message. Plan B sans Loop : « Écrivez dans le clavardage : Labo, Appli ou Pépite # + votre défi ». Pour l'appli : « Testez-la, brisez-la! Mettez un X dans la colonne Mon Parcours. » Pour les pépites : « Une pépite vous fait de l'œil? Mettez son numéro : je viens vous la montrer en 20 minutes, une Pépite express. » Pendant : 90 secondes de silence, et lis les noms qui apparaissent. Le tableau reste dans le clavardage après la rencontre. Puis passe à la diapo finale : le parcours d'accueil.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· LE MOT DE LA FIN. Le lien avec les stats : « Tout à l'heure, on a vu que ça se joue dans les premières semaines. Ces premières semaines, on les a déjà : c'est le parcours d'accueil. » EVR-5001, Engagement vers sa réussite : cours obligatoire pour tout nouvel élève, environ 25 h, 8 modules, projet-pilote depuis le 24 août. Le chemin : 1) Accueillir : le centre, ses personnes-ressources, son horaire. 2) Se connaître : selfie d'apprenant et bilan d'accrocheur. 3) S'engager : motivation, persévérance, engagement. 4) Se fixer un cap : objectif professionnel, objectifs SMART. 5) L'entretien EVR avec le tuteur (crédit de 5e secondaire). LE MESSAGE À MARTELER : « Horaire = autonomie. Avancer à son rythme, ça s'apprend, et ça s'apprend dès l'accueil. » Deux rôles qui se parlent : le tuteur suit l'élève dans la durée; le prof de matière supervise le cahier et signale les alertes au tuteur. Nomme et remercie l'équipe d'accueil. Dernière phrase : « Merci. On y est déjà, ensemble. » Laisse cette diapo à l'écran pendant que les gens quittent.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BONUS, seulement si on te pose la question sur la formation à distance : la vidéo complète du tableau blanc (54 s). Astuce à répéter : ouvrir Whiteboard dans sa propre fenêtre et partager cette fenêtre, sinon l'enregistrement ne capte pas le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6"/>
                </a:solidFill>
              </a:rPr>
              <a:t>FOCUS FGA · CFGA DE LA JONQUIÈRE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FGA · 15 minutes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Pendant que tout le monde arrive : voici où on s'en va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NOS INTENTIONS</a:t>
            </a:r>
            <a:endParaRPr lang="en-US" sz="1400" dirty="0"/>
          </a:p>
        </p:txBody>
      </p:sp>
      <p:sp>
        <p:nvSpPr>
          <p:cNvPr id="5" name="Intention 1"/>
          <p:cNvSpPr/>
          <p:nvPr/>
        </p:nvSpPr>
        <p:spPr>
          <a:xfrm>
            <a:off x="548640" y="23317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16234A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</a:rPr>
              <a:t>Connaître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qui on accueille vraiment… et ce qui fonctionne déjà</a:t>
            </a:r>
            <a:endParaRPr lang="en-US" sz="2200" dirty="0"/>
          </a:p>
        </p:txBody>
      </p:sp>
      <p:sp>
        <p:nvSpPr>
          <p:cNvPr id="7" name="Intention 2"/>
          <p:cNvSpPr/>
          <p:nvPr/>
        </p:nvSpPr>
        <p:spPr>
          <a:xfrm>
            <a:off x="548640" y="34747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16234A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74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</a:rPr>
              <a:t>Découvrir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des outils Teams et IA concrets pour la FGA</a:t>
            </a:r>
            <a:endParaRPr lang="en-US" sz="2200" dirty="0"/>
          </a:p>
        </p:txBody>
      </p:sp>
      <p:sp>
        <p:nvSpPr>
          <p:cNvPr id="9" name="Intention 3"/>
          <p:cNvSpPr/>
          <p:nvPr/>
        </p:nvSpPr>
        <p:spPr>
          <a:xfrm>
            <a:off x="548640" y="46177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16234A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617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</a:rPr>
              <a:t>Choisir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comment je veux être accompagné·e cette année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L'ORDRE DU JOUR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min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286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Qui suis-je?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761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7614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Qui accueillons-nous vraiment?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2369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32369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 Labo techno-IA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7124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min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371246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Mon Parcours : volontaires recherchés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187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41879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bande-annonce : 10 pépites Teams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663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min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46634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Je m'inscris, en direct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5138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min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51389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 parcours d'accueil : merci!</a:t>
            </a:r>
            <a:endParaRPr lang="en-US" sz="1600" dirty="0"/>
          </a:p>
        </p:txBody>
      </p:sp>
      <p:sp>
        <p:nvSpPr>
          <p:cNvPr id="26" name="Bandeau clavardage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5C54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7150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30"/>
                </a:solidFill>
              </a:rPr>
              <a:t>💬 Dans le clavardage : Teams, tu l'utilises pour quoi? Un mot ou plusieurs!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B1530"/>
                </a:solidFill>
              </a:rPr>
              <a:t>Stocker · Collaborer · Partager · Contribuer · Soutenir l'apprentissage · Communiquer…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el Qui suis-je" descr="Allô! Moi, c'est Isabelle : parcours, classes et approch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stats clientèl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 CFGA répare déjà" descr="Le CFGA répare déjà : 15 % valorisaient l'école avant, 64 % aujourd'hui, +49 poin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el Labo techno-IA" descr="Labo techno-IA : 35 profs, ½ journée par mois, zéro expert au dépar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el Mon Parcours" descr="Appel aux volontaires pour tester l'application Mon Parcou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Focus FGA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s'inscrit, là, maintenant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Dans le clavardage de la rencontre, ajoute ton nom au tableau Loop</a:t>
            </a:r>
            <a:endParaRPr lang="en-US" sz="1700" dirty="0"/>
          </a:p>
        </p:txBody>
      </p:sp>
      <p:graphicFrame>
        <p:nvGraphicFramePr>
          <p:cNvPr id="9" name="Tableau Loop exe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468880"/>
                <a:gridCol w="137160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Nom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Labo techno-IA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Mon Parcours : je la teste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Pépite #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Mon défi en une ligne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Ton nom ici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Donner une rétroaction plus rapide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</a:tbl>
          </a:graphicData>
        </a:graphic>
      </p:graphicFrame>
      <p:sp>
        <p:nvSpPr>
          <p:cNvPr id="5" name="Étape 1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Ouvre le clavardage</a:t>
            </a:r>
            <a:endParaRPr lang="en-US" sz="1700" dirty="0"/>
          </a:p>
        </p:txBody>
      </p:sp>
      <p:sp>
        <p:nvSpPr>
          <p:cNvPr id="8" name="Étape 2"/>
          <p:cNvSpPr/>
          <p:nvPr/>
        </p:nvSpPr>
        <p:spPr>
          <a:xfrm>
            <a:off x="429768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9768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Un X ou le # de ta pépite</a:t>
            </a:r>
            <a:endParaRPr lang="en-US" sz="1700" dirty="0"/>
          </a:p>
        </p:txBody>
      </p:sp>
      <p:sp>
        <p:nvSpPr>
          <p:cNvPr id="11" name="Étape 3"/>
          <p:cNvSpPr/>
          <p:nvPr/>
        </p:nvSpPr>
        <p:spPr>
          <a:xfrm>
            <a:off x="804672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Écris ton défi : on part de là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Pas prêt·e à écrire ton nom devant tout le monde? Écris-moi en privé sur Teams, c'est parfait aussi.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rcours d'accueil EVR" descr="Le parcours d'accueil EVR-5001 : accueillir, se connaître, s'engager, se fixer un cap, l'entretien EVR. Horaire = autonomie. Merci à toute l'équipe d'accuei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tableau blanc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 FGA">
  <a:themeElements>
    <a:clrScheme name="Focus FGA">
      <a:dk1>
        <a:srgbClr val="0B1530"/>
      </a:dk1>
      <a:lt1>
        <a:srgbClr val="FFFFFF"/>
      </a:lt1>
      <a:dk2>
        <a:srgbClr val="050816"/>
      </a:dk2>
      <a:lt2>
        <a:srgbClr val="EEF2F8"/>
      </a:lt2>
      <a:accent1>
        <a:srgbClr val="F5C542"/>
      </a:accent1>
      <a:accent2>
        <a:srgbClr val="6CB33F"/>
      </a:accent2>
      <a:accent3>
        <a:srgbClr val="2456B0"/>
      </a:accent3>
      <a:accent4>
        <a:srgbClr val="E8590C"/>
      </a:accent4>
      <a:accent5>
        <a:srgbClr val="4FB3E8"/>
      </a:accent5>
      <a:accent6>
        <a:srgbClr val="8A93B0"/>
      </a:accent6>
      <a:hlink>
        <a:srgbClr val="2456B0"/>
      </a:hlink>
      <a:folHlink>
        <a:srgbClr val="6A1B9A"/>
      </a:folHlink>
    </a:clrScheme>
    <a:fontScheme name="Focus FG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FGA · Labo techno-IA</dc:title>
  <dc:subject>PptxGenJS Presentation</dc:subject>
  <dc:creator>Isabelle Pedneault</dc:creator>
  <cp:lastModifiedBy>Isabelle Pedneault</cp:lastModifiedBy>
  <cp:revision>1</cp:revision>
  <dcterms:created xsi:type="dcterms:W3CDTF">2026-10-05T04:56:41Z</dcterms:created>
  <dcterms:modified xsi:type="dcterms:W3CDTF">2026-10-05T04:56:41Z</dcterms:modified>
</cp:coreProperties>
</file>