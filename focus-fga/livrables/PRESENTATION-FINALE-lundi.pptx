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0bd6370e-d42d-edcb-cab4-9b73cffe61f3}">
          <p14:sldIdLst>
            <p14:sldId id="256"/>
          </p14:sldIdLst>
        </p14:section>
        <p14:section name="Qui suis-je" id="{e668e14a-f5af-1cd7-ca55-bde40eda237e}">
          <p14:sldIdLst>
            <p14:sldId id="257"/>
          </p14:sldIdLst>
        </p14:section>
        <p14:section name="Nos élèves" id="{afa85407-c22c-feb3-15fb-b58f379184c8}">
          <p14:sldIdLst>
            <p14:sldId id="258"/>
            <p14:sldId id="259"/>
          </p14:sldIdLst>
        </p14:section>
        <p14:section name="Labo techno-IA" id="{88137b19-35cf-9bff-d64e-5f03d206b3a2}">
          <p14:sldIdLst>
            <p14:sldId id="260"/>
          </p14:sldIdLst>
        </p14:section>
        <p14:section name="Mon Parcours" id="{8dec02cc-2888-7ea1-23c4-028c8af669e4}">
          <p14:sldIdLst>
            <p14:sldId id="261"/>
          </p14:sldIdLst>
        </p14:section>
        <p14:section name="Bande-annonce" id="{1f5886c6-9eb6-446a-1e86-195fc23c6efd}">
          <p14:sldIdLst>
            <p14:sldId id="262"/>
          </p14:sldIdLst>
        </p14:section>
        <p14:section name="Inscription" id="{147a43be-0c7d-fef2-72ae-67ca6ba96259}">
          <p14:sldIdLst>
            <p14:sldId id="263"/>
          </p14:sldIdLst>
        </p14:section>
        <p14:section name="Bonus" id="{b7578835-b14b-0554-d051-743b3d9ad4d2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Les autres pépites : en Pépite express (20 min, à la carte, dans ta classe ou en période libre).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les colonnes : Nom · Labo techno-IA · Mon Parcours : je la teste · Pépite # · Mon défi en une ligne, 4) envoie, puis épingle le message. Plan B sans Loop : « Écrivez dans le clavardage : Labo, Appli ou Pépite # + votre défi ». Pour l'appli : « Testez-la, brisez-la! Mettez un X dans la colonne Mon Parcours. » Pour les pépites : « Une pépite vous fait de l'œil? Mettez son numéro : je viens vous la montrer en 20 minutes, une Pépite express. »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9-1.mp4"/><Relationship Id="rId2" Type="http://schemas.microsoft.com/office/2007/relationships/media" Target="../media/media-9-1.mp4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Pépite #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X ou le # de ta pépite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2026-10-05T02:58:04Z</dcterms:created>
  <dcterms:modified xsi:type="dcterms:W3CDTF">2026-10-05T02:58:04Z</dcterms:modified>
</cp:coreProperties>
</file>