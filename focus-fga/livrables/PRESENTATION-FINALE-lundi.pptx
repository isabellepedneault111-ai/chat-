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dda47ab1-0927-5f0c-1328-7f2c4e7aa484}">
          <p14:sldIdLst>
            <p14:sldId id="256"/>
          </p14:sldIdLst>
        </p14:section>
        <p14:section name="Qui suis-je" id="{fcdd73f0-49b0-19e5-3bd6-2fda21777b3c}">
          <p14:sldIdLst>
            <p14:sldId id="257"/>
          </p14:sldIdLst>
        </p14:section>
        <p14:section name="Nos élèves" id="{0cba7e94-b33c-97bc-ce84-e82fb1b4a0bc}">
          <p14:sldIdLst>
            <p14:sldId id="258"/>
            <p14:sldId id="259"/>
          </p14:sldIdLst>
        </p14:section>
        <p14:section name="Labo techno-IA" id="{01be7b3d-6aa0-7b47-e034-a964a2908931}">
          <p14:sldIdLst>
            <p14:sldId id="260"/>
          </p14:sldIdLst>
        </p14:section>
        <p14:section name="Mon Parcours" id="{332a2f6e-d728-8db5-c36b-54b15356fcc7}">
          <p14:sldIdLst>
            <p14:sldId id="261"/>
          </p14:sldIdLst>
        </p14:section>
        <p14:section name="Bande-annonce" id="{b82d56ad-4804-80cf-46d6-addfe3fd8f4b}">
          <p14:sldIdLst>
            <p14:sldId id="262"/>
          </p14:sldIdLst>
        </p14:section>
        <p14:section name="Inscription" id="{95b0dd3f-a619-1965-3cc9-e79f459b797f}">
          <p14:sldIdLst>
            <p14:sldId id="263"/>
          </p14:sldIdLst>
        </p14:section>
        <p14:section name="Parcours d'accueil" id="{1cec99d9-5b94-bcf2-0553-65c7a628cb50}">
          <p14:sldIdLst>
            <p14:sldId id="264"/>
          </p14:sldIdLst>
        </p14:section>
        <p14:section name="Bonus" id="{9646c7b1-c886-b830-34e8-650457e8a522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10/10), enseignante associée. Co-chercheuse : texte d'opinion et texte d'information avec l'Université Laval (direction : Érick Falardeau); cyberintimidation et nouveau programme CCQ avec l'UQAM (direction : Stéphane Villeneuve).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Collaboration aussi avec Ève Pouliot, co-titulaire de la Chaire de recherche VISAJ.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Plan B si la vidéo ne joue pas : reste sur cette diapo et dis les chiffres.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Les autres pépites : en Pépite express (20 min, à la carte, dans ta classe ou en période libre).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(5 min, dans le clavardage de la réunion Teams) : 1) clique sur l'icône Loop (ou « + ») sous la zone de message, 2) choisis « Tableau », 3) nomme les colonnes : Nom · Labo techno-IA · Mon Parcours : je la teste · Pépite # · Mon défi en une ligne, 4) envoie, puis épingle le message. Plan B sans Loop : « Écrivez dans le clavardage : Labo, Appli ou Pépite # + votre défi ». Pour l'appli : « Testez-la, brisez-la! Mettez un X dans la colonne Mon Parcours. » Pour les pépites : « Une pépite vous fait de l'œil? Mettez son numéro : je viens vous la montrer en 20 minutes, une Pépite express. » Pendant : 90 secondes de silence, et lis les noms qui apparaissent. Le tableau reste dans le clavardage après la rencontre. Puis passe à la diapo finale : le parcours d'accueil.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· LE MOT DE LA FIN. Le lien avec les stats : « Tout à l'heure, on a vu que ça se joue dans les premières semaines. Ces premières semaines, on les a déjà : c'est le parcours d'accueil. » EVR-5001, Engagement vers sa réussite : cours obligatoire pour tout nouvel élève, environ 25 h, 8 modules, projet-pilote depuis le 24 août. L'élève découvre le centre et ses personnes-ressources, remplit son selfie d'apprenant, se fixe des objectifs, puis passe l'entretien EVR avec son tuteur (crédit de 5e secondaire). Deux rôles qui se parlent : le tuteur suit l'élève dans la durée; le prof de matière supervise le cahier et signale les alertes au tuteur. Nomme et remercie l'équipe d'accueil. Dernière phrase : « Merci. On y est déjà, ensemble. » Laisse cette diapo à l'écran pendant que les gens quittent.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7-1.mp4"/><Relationship Id="rId2" Type="http://schemas.microsoft.com/office/2007/relationships/media" Target="../media/media-7-1.mp4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2549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2549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31927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31927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8130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38130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3068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30682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4800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48006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52943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min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52360" y="52943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parcours d'accueil : merci!</a:t>
            </a:r>
            <a:endParaRPr lang="en-US" sz="1600" dirty="0"/>
          </a:p>
        </p:txBody>
      </p:sp>
      <p:sp>
        <p:nvSpPr>
          <p:cNvPr id="26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9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468880"/>
                <a:gridCol w="137160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 : je la teste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Pépite #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Donner une rétroaction plus rapide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X ou le # de ta pépite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rcours d'accueil EVR" descr="Le parcours d'accueil EVR-5001 : accueillir, se connaître, se fixer un cap, l'entretien EVR. Merci à toute l'équipe d'accuei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2026-10-05T03:10:43Z</dcterms:created>
  <dcterms:modified xsi:type="dcterms:W3CDTF">2026-10-05T03:10:43Z</dcterms:modified>
</cp:coreProperties>
</file>