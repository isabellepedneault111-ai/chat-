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562486ff-f284-e953-5c8b-616e2369dc05}">
          <p14:sldIdLst>
            <p14:sldId id="256"/>
          </p14:sldIdLst>
        </p14:section>
        <p14:section name="Qui suis-je" id="{81bcd786-5c1c-7cc9-f4fc-c998593e0438}">
          <p14:sldIdLst>
            <p14:sldId id="257"/>
          </p14:sldIdLst>
        </p14:section>
        <p14:section name="Nos élèves" id="{9f49e937-6892-f57e-9bdc-c8ba75b0c214}">
          <p14:sldIdLst>
            <p14:sldId id="258"/>
            <p14:sldId id="259"/>
          </p14:sldIdLst>
        </p14:section>
        <p14:section name="Labo techno-IA" id="{6446bd20-c1a5-1e4e-1243-7fade6c13a26}">
          <p14:sldIdLst>
            <p14:sldId id="260"/>
          </p14:sldIdLst>
        </p14:section>
        <p14:section name="Mon Parcours" id="{87b896b8-7ca6-f2b1-c290-a15b0aa11529}">
          <p14:sldIdLst>
            <p14:sldId id="261"/>
          </p14:sldIdLst>
        </p14:section>
        <p14:section name="Bande-annonce" id="{af53d583-0f86-9ac3-1e75-85fa0b390bed}">
          <p14:sldIdLst>
            <p14:sldId id="262"/>
          </p14:sldIdLst>
        </p14:section>
        <p14:section name="Inscription" id="{dd2d57d0-305c-5c52-9746-bbf9c1725a77}">
          <p14:sldIdLst>
            <p14:sldId id="263"/>
          </p14:sldIdLst>
        </p14:section>
        <p14:section name="Bonus" id="{f8e3378e-82ed-86df-89bb-498f8517f3be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10/10), enseignante associée. Co-chercheuse : texte d'opinion et texte d'information avec l'Université Laval (direction : Érick Falardeau); cyberintimidation et nouveau programme CCQ avec l'UQAM (direction : Stéphane Villeneuve).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Collaboration aussi avec Ève Pouliot, co-titulaire de la Chaire de recherche VISAJ.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Plan B si la vidéo ne joue pas : reste sur cette diapo et dis les chiffres.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(5 min, dans le clavardage de la réunion Teams) : 1) clique sur l'icône Loop (ou « + ») sous la zone de message, 2) choisis « Tableau », 3) nomme les colonnes : Nom · Labo techno-IA · Mon Parcours : je la teste · Café 1:1 · Mon défi en une ligne, 4) envoie, puis épingle le message. Plan B sans Loop : « Écrivez dans le clavardage : Labo, Appli ou Café + votre défi ». Pour l'appli : « Testez-la, brisez-la! Mettez un X dans la colonne Mon Parcours. »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7-1.mp4"/><Relationship Id="rId2" Type="http://schemas.microsoft.com/office/2007/relationships/media" Target="../media/media-7-1.mp4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9-1.mp4"/><Relationship Id="rId2" Type="http://schemas.microsoft.com/office/2007/relationships/media" Target="../media/media-9-1.mp4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9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468880"/>
                <a:gridCol w="137160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 : je la teste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Donner une rétroaction plus rapide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X : Labo, appli, café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2026-10-05T02:56:16Z</dcterms:created>
  <dcterms:modified xsi:type="dcterms:W3CDTF">2026-10-05T02:56:16Z</dcterms:modified>
</cp:coreProperties>
</file>