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d27580cf-8c36-516d-d724-70e259a6a44c}">
          <p14:sldIdLst>
            <p14:sldId id="256"/>
          </p14:sldIdLst>
        </p14:section>
        <p14:section name="Qui suis-je" id="{2c06d62a-24b9-b72d-d828-ac3717f6d117}">
          <p14:sldIdLst>
            <p14:sldId id="257"/>
          </p14:sldIdLst>
        </p14:section>
        <p14:section name="Nos élèves" id="{47ae91f7-d5eb-4231-21ef-4eb8a51cf46c}">
          <p14:sldIdLst>
            <p14:sldId id="258"/>
          </p14:sldIdLst>
        </p14:section>
        <p14:section name="Labo techno-IA" id="{fa7619e4-1a9d-fcd6-6167-bbdc778c835f}">
          <p14:sldIdLst>
            <p14:sldId id="259"/>
          </p14:sldIdLst>
        </p14:section>
        <p14:section name="Mon Parcours" id="{ad72e75d-4120-d0bd-c51c-269b10ab1d51}">
          <p14:sldIdLst>
            <p14:sldId id="260"/>
          </p14:sldIdLst>
        </p14:section>
        <p14:section name="Bande-annonce" id="{7330b267-18f2-aea3-54de-db14ada40389}">
          <p14:sldIdLst>
            <p14:sldId id="261"/>
          </p14:sldIdLst>
        </p14:section>
        <p14:section name="Inscription" id="{19e6ae9b-1bc9-1c14-720e-b61cccd5a7e0}">
          <p14:sldIdLst>
            <p14:sldId id="262"/>
          </p14:sldIdLst>
        </p14:section>
        <p14:section name="Bonus" id="{2964bd10-682e-e8a6-0457-34ba05c8d25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La vidéo finit sur « Inscris-toi » : enchaîne directement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2026-10-05T00:27:39Z</dcterms:created>
  <dcterms:modified xsi:type="dcterms:W3CDTF">2026-10-05T00:27:39Z</dcterms:modified>
</cp:coreProperties>
</file>