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f9562474-8bdb-7f28-623f-458cc09f3157}">
          <p14:sldIdLst>
            <p14:sldId id="256"/>
          </p14:sldIdLst>
        </p14:section>
        <p14:section name="Qui suis-je" id="{e87ede9e-eeea-2ada-f217-e5d49adec7ff}">
          <p14:sldIdLst>
            <p14:sldId id="257"/>
          </p14:sldIdLst>
        </p14:section>
        <p14:section name="Nos élèves" id="{9f090150-844d-8347-e4f6-e426f544e356}">
          <p14:sldIdLst>
            <p14:sldId id="258"/>
          </p14:sldIdLst>
        </p14:section>
        <p14:section name="Labo techno-IA" id="{a9638935-c794-05d5-bc3c-28afa158983e}">
          <p14:sldIdLst>
            <p14:sldId id="259"/>
          </p14:sldIdLst>
        </p14:section>
        <p14:section name="Mon Parcours" id="{de5482f2-3a06-e715-95ff-d5fddb95acf6}">
          <p14:sldIdLst>
            <p14:sldId id="260"/>
          </p14:sldIdLst>
        </p14:section>
        <p14:section name="Bande-annonce" id="{26eaf60d-c733-9f02-b903-6c8d4382ee32}">
          <p14:sldIdLst>
            <p14:sldId id="261"/>
          </p14:sldIdLst>
        </p14:section>
        <p14:section name="Inscription" id="{83bf53af-ba26-cac6-7d69-ee5d5d8e11cc}">
          <p14:sldIdLst>
            <p14:sldId id="262"/>
          </p14:sldIdLst>
        </p14:section>
        <p14:section name="Bonus" id="{94e85079-d905-3950-175e-a36547e581c5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10/10). Co-chercheuse : texte d'opinion et texte d'information avec l'Université Laval (direction : Érick Falardeau); cyberintimidation avec l'UQAM. Contribution au plan d'action numérique 2018.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La vidéo finit sur « Inscris-toi » : enchaîne directement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: insère un composant Loop « Tableau » avec ces 5 colonnes dans le clavardage de la rencontre, puis épingle-le.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Allô! Moi, c'est Isabelle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Conseillère pédagonumérique · CFGA de la Jonquière</a:t>
            </a:r>
            <a:endParaRPr lang="en-US" sz="1700" dirty="0"/>
          </a:p>
        </p:txBody>
      </p:sp>
      <p:sp>
        <p:nvSpPr>
          <p:cNvPr id="4" name="Jalon 1"/>
          <p:cNvSpPr/>
          <p:nvPr/>
        </p:nvSpPr>
        <p:spPr>
          <a:xfrm>
            <a:off x="548640" y="189280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15 ans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en classe · CSS de la Capitale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585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Milieu très défavorisé · indice 10/10</a:t>
            </a:r>
            <a:endParaRPr lang="en-US" sz="1500" dirty="0"/>
          </a:p>
        </p:txBody>
      </p:sp>
      <p:sp>
        <p:nvSpPr>
          <p:cNvPr id="8" name="Jalon 2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6791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Recherche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Univ. Laval · UQAM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108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Écriture · cyberintimidation · Plan numérique 2018</a:t>
            </a:r>
            <a:endParaRPr lang="en-US" sz="1500" dirty="0"/>
          </a:p>
        </p:txBody>
      </p:sp>
      <p:sp>
        <p:nvSpPr>
          <p:cNvPr id="12" name="Jalon 3"/>
          <p:cNvSpPr/>
          <p:nvPr/>
        </p:nvSpPr>
        <p:spPr>
          <a:xfrm>
            <a:off x="548640" y="359359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935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Lévis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Conseillance au CFP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5935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Électromécanique · mentore classes multiâges</a:t>
            </a:r>
            <a:endParaRPr lang="en-US" sz="1500" dirty="0"/>
          </a:p>
        </p:txBody>
      </p:sp>
      <p:sp>
        <p:nvSpPr>
          <p:cNvPr id="16" name="Jalon 4"/>
          <p:cNvSpPr/>
          <p:nvPr/>
        </p:nvSpPr>
        <p:spPr>
          <a:xfrm>
            <a:off x="548640" y="444398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39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799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2018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Retour au Saguenay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8097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CP maths-sciences · pédagonumérique · CFGA</a:t>
            </a:r>
            <a:endParaRPr lang="en-US" sz="1500" dirty="0"/>
          </a:p>
        </p:txBody>
      </p:sp>
      <p:sp>
        <p:nvSpPr>
          <p:cNvPr id="20" name="Jalon 5"/>
          <p:cNvSpPr/>
          <p:nvPr/>
        </p:nvSpPr>
        <p:spPr>
          <a:xfrm>
            <a:off x="548640" y="5294376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2943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2303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2025-26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UQAC · Patrick Giroux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6601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Plusieurs CoP IA · cadre réflexif IA du CSS</a:t>
            </a:r>
            <a:endParaRPr lang="en-US" sz="1500" dirty="0"/>
          </a:p>
        </p:txBody>
      </p:sp>
      <p:sp>
        <p:nvSpPr>
          <p:cNvPr id="24" name="Mes classes"/>
          <p:cNvSpPr/>
          <p:nvPr/>
        </p:nvSpPr>
        <p:spPr>
          <a:xfrm>
            <a:off x="6766560" y="1783080"/>
            <a:ext cx="4846320" cy="1783080"/>
          </a:xfrm>
          <a:prstGeom prst="roundRect">
            <a:avLst>
              <a:gd name="adj" fmla="val 7692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40880" y="18745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2"/>
                </a:solidFill>
              </a:rPr>
              <a:t>MES CLASSES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19456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⅓ issus de l'immigration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Jusqu'à 5 ans d'écart dans les apprentissages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Attachement · comportement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Élèves HDAA intégrés</a:t>
            </a:r>
            <a:endParaRPr lang="en-US" sz="1400" dirty="0"/>
          </a:p>
        </p:txBody>
      </p:sp>
      <p:sp>
        <p:nvSpPr>
          <p:cNvPr id="27" name="Mes approches"/>
          <p:cNvSpPr/>
          <p:nvPr/>
        </p:nvSpPr>
        <p:spPr>
          <a:xfrm>
            <a:off x="6766560" y="3703320"/>
            <a:ext cx="4846320" cy="2057400"/>
          </a:xfrm>
          <a:prstGeom prst="roundRect">
            <a:avLst>
              <a:gd name="adj" fmla="val 6667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4088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2"/>
                </a:solidFill>
              </a:rPr>
              <a:t>MES APPROCHES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411480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Potentiel ouvert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Classe collaborative et réflexive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Classes multiâges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Décloisonnement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Co-enseignement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Plan de travail différencié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411480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Tableau de programmation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Technologie éducative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Projets entrepreneuriaux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Projet Flex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1er middle school au Québec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5852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Je reconnais mes élèves dans les vôtres.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8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463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Mes élèves en FAD décrochent après 20 min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ce qui t'intéresse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2026-10-05T01:35:34Z</dcterms:created>
  <dcterms:modified xsi:type="dcterms:W3CDTF">2026-10-05T01:35:34Z</dcterms:modified>
</cp:coreProperties>
</file>