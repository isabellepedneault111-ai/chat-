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fec5ee36-31dc-1f59-b288-608c302de6c2}">
          <p14:sldIdLst>
            <p14:sldId id="256"/>
          </p14:sldIdLst>
        </p14:section>
        <p14:section name="Qui suis-je" id="{3c385e15-3387-9a0e-41ea-0ee988fb75b5}">
          <p14:sldIdLst>
            <p14:sldId id="257"/>
          </p14:sldIdLst>
        </p14:section>
        <p14:section name="Nos élèves" id="{3d44b888-8a06-a243-18db-849adf9da58f}">
          <p14:sldIdLst>
            <p14:sldId id="258"/>
          </p14:sldIdLst>
        </p14:section>
        <p14:section name="Labo techno-IA" id="{a473d05e-eab7-9a0f-72ba-d52a23d9865d}">
          <p14:sldIdLst>
            <p14:sldId id="259"/>
          </p14:sldIdLst>
        </p14:section>
        <p14:section name="Mon Parcours" id="{0687d0e6-2ca1-02e1-f8fc-7ec2b9bcf909}">
          <p14:sldIdLst>
            <p14:sldId id="260"/>
          </p14:sldIdLst>
        </p14:section>
        <p14:section name="Bande-annonce" id="{0d9dceed-2a9e-769b-1419-864d854c762d}">
          <p14:sldIdLst>
            <p14:sldId id="261"/>
          </p14:sldIdLst>
        </p14:section>
        <p14:section name="Inscription" id="{47068436-eab9-3037-2073-be83bbf7c444}">
          <p14:sldIdLst>
            <p14:sldId id="262"/>
          </p14:sldIdLst>
        </p14:section>
        <p14:section name="Bonus" id="{ea184c95-d0c3-1559-e1a1-ec4c9235be3f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l'UQAM. Contribution au plan d'action numérique 2018.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la CoP IA (35 profs).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La vidéo finit sur « Inscris-toi » : enchaîne directement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Allô! Moi, c'est Isabelle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Conseillère pédagonumérique · CFGA de la Jonquière</a:t>
            </a:r>
            <a:endParaRPr lang="en-US" sz="1700" dirty="0"/>
          </a:p>
        </p:txBody>
      </p:sp>
      <p:sp>
        <p:nvSpPr>
          <p:cNvPr id="4" name="Jalon 1"/>
          <p:cNvSpPr/>
          <p:nvPr/>
        </p:nvSpPr>
        <p:spPr>
          <a:xfrm>
            <a:off x="548640" y="189280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15 ans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en classe · CSS de la Capitale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2585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Milieu très défavorisé · indice 10/10</a:t>
            </a:r>
            <a:endParaRPr lang="en-US" sz="1500" dirty="0"/>
          </a:p>
        </p:txBody>
      </p:sp>
      <p:sp>
        <p:nvSpPr>
          <p:cNvPr id="8" name="Jalon 2"/>
          <p:cNvSpPr/>
          <p:nvPr/>
        </p:nvSpPr>
        <p:spPr>
          <a:xfrm>
            <a:off x="548640" y="2743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6791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Recherche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Univ. Laval · UQAM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108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Écriture · cyberintimidation · Plan numérique 2018</a:t>
            </a:r>
            <a:endParaRPr lang="en-US" sz="1500" dirty="0"/>
          </a:p>
        </p:txBody>
      </p:sp>
      <p:sp>
        <p:nvSpPr>
          <p:cNvPr id="12" name="Jalon 3"/>
          <p:cNvSpPr/>
          <p:nvPr/>
        </p:nvSpPr>
        <p:spPr>
          <a:xfrm>
            <a:off x="548640" y="359359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93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Lévis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Conseillance au CFP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5935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Électromécanique · mentore classes multiâges</a:t>
            </a:r>
            <a:endParaRPr lang="en-US" sz="1500" dirty="0"/>
          </a:p>
        </p:txBody>
      </p:sp>
      <p:sp>
        <p:nvSpPr>
          <p:cNvPr id="16" name="Jalon 4"/>
          <p:cNvSpPr/>
          <p:nvPr/>
        </p:nvSpPr>
        <p:spPr>
          <a:xfrm>
            <a:off x="548640" y="44439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439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99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2018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Retour au Saguenay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8097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CP maths-sciences · pédagonumérique · CFGA</a:t>
            </a:r>
            <a:endParaRPr lang="en-US" sz="1500" dirty="0"/>
          </a:p>
        </p:txBody>
      </p:sp>
      <p:sp>
        <p:nvSpPr>
          <p:cNvPr id="20" name="Jalon 5"/>
          <p:cNvSpPr/>
          <p:nvPr/>
        </p:nvSpPr>
        <p:spPr>
          <a:xfrm>
            <a:off x="548640" y="5294376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294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303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C542"/>
                </a:solidFill>
              </a:rPr>
              <a:t>2025-26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UQAC · Patrick Giroux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66013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CoP IA · cadre réflexif IA pour le CSS</a:t>
            </a:r>
            <a:endParaRPr lang="en-US" sz="1500" dirty="0"/>
          </a:p>
        </p:txBody>
      </p:sp>
      <p:sp>
        <p:nvSpPr>
          <p:cNvPr id="24" name="Mes classes"/>
          <p:cNvSpPr/>
          <p:nvPr/>
        </p:nvSpPr>
        <p:spPr>
          <a:xfrm>
            <a:off x="6766560" y="1828800"/>
            <a:ext cx="4846320" cy="2148840"/>
          </a:xfrm>
          <a:prstGeom prst="roundRect">
            <a:avLst>
              <a:gd name="adj" fmla="val 6383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088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CLASSES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33172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⅓ issus de l'immigration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Jusqu'à 5 ans d'écart dans les apprentissages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Attachement · comportement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Élèves HDAA intégrés</a:t>
            </a:r>
            <a:endParaRPr lang="en-US" sz="1600" dirty="0"/>
          </a:p>
        </p:txBody>
      </p:sp>
      <p:sp>
        <p:nvSpPr>
          <p:cNvPr id="27" name="Mes approches"/>
          <p:cNvSpPr/>
          <p:nvPr/>
        </p:nvSpPr>
        <p:spPr>
          <a:xfrm>
            <a:off x="6766560" y="4114800"/>
            <a:ext cx="4846320" cy="1645920"/>
          </a:xfrm>
          <a:prstGeom prst="roundRect">
            <a:avLst>
              <a:gd name="adj" fmla="val 8333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40880" y="42976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chemeClr val="accent2"/>
                </a:solidFill>
              </a:rPr>
              <a:t>MES APPROCHES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466344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Décloisonnement · co-enseignement · plan de travail différencié · tableau de programmation · projet Flex · 1er middle school au Québec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5852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Je reconnais mes élèves dans les vôtres.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8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2026-10-04T23:45:09Z</dcterms:created>
  <dcterms:modified xsi:type="dcterms:W3CDTF">2026-10-04T23:45:09Z</dcterms:modified>
</cp:coreProperties>
</file>