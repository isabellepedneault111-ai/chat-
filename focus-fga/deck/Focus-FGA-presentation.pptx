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95b7c452-4054-7f29-8df1-d0ddb81ca66c}">
          <p14:sldIdLst>
            <p14:sldId id="256"/>
          </p14:sldIdLst>
        </p14:section>
        <p14:section name="Qui suis-je" id="{163b1b08-6c19-20ec-bdce-cb0ea033fb36}">
          <p14:sldIdLst>
            <p14:sldId id="257"/>
          </p14:sldIdLst>
        </p14:section>
        <p14:section name="Nos élèves" id="{39ac5266-0aa5-56b7-b5d5-8caf3b4ed944}">
          <p14:sldIdLst>
            <p14:sldId id="258"/>
            <p14:sldId id="259"/>
          </p14:sldIdLst>
        </p14:section>
        <p14:section name="Labo techno-IA" id="{7ba94e37-1556-1211-219e-c3886db3f13e}">
          <p14:sldIdLst>
            <p14:sldId id="260"/>
          </p14:sldIdLst>
        </p14:section>
        <p14:section name="Mon Parcours" id="{ecc3b7eb-f85b-1239-214f-c74a45a74cc5}">
          <p14:sldIdLst>
            <p14:sldId id="261"/>
          </p14:sldIdLst>
        </p14:section>
        <p14:section name="Bande-annonce" id="{cb14a025-ed60-431c-89c9-4560eacc3292}">
          <p14:sldIdLst>
            <p14:sldId id="262"/>
          </p14:sldIdLst>
        </p14:section>
        <p14:section name="Inscription" id="{a41af796-93ce-d6e9-6f8f-90c51a355b73}">
          <p14:sldIdLst>
            <p14:sldId id="263"/>
          </p14:sldIdLst>
        </p14:section>
        <p14:section name="Bonus" id="{83d7ff1d-a259-4adb-0bc4-6e01b5efcafa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lis quelques réponses à voix haute en accueillant les gens (« Bienvenue Julie, maths, énergie : café! »). Ça réchauffe la salle.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10/10), enseignante associée. Co-chercheuse : texte d'opinion et texte d'information avec l'Université Laval (direction : Érick Falardeau); cyberintimidation et nouveau programme CCQ avec l'UQAM (direction : Stéphane Villeneuve). Contribution au Plan d'action numérique (2018).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Collaboration aussi avec Ève Pouliot, co-titulaire de la Chaire de recherche VISAJ.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Plan B si la vidéo ne joue pas : reste sur cette diapo et dis les chiffres.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INTERACTION 4, juste après la vidéo : « Votre pépite préférée? Écrivez son numéro dans le clavardage! » Lis le numéro le plus populaire : ce sera le sujet de la première rencontre du Labo.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(5 min, dans le clavardage de la réunion Teams) : 1) clique sur l'icône Loop (ou « + ») sous la zone de message, 2) choisis « Tableau », 3) nomme les colonnes : Nom · Labo techno-IA · Mon Parcours : je la teste · Café 1:1 · Mon défi en une ligne, 4) envoie, puis épingle le message. Plan B sans Loop : « Écrivez dans le clavardage : Labo, Appli ou Café + votre défi ». Pour l'appli : « Testez-la, brisez-la! Cochez la colonne Mon Parcours. »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7-1.mp4"/><Relationship Id="rId2" Type="http://schemas.microsoft.com/office/2007/relationships/media" Target="../media/media-7-1.mp4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9-1.mp4"/><Relationship Id="rId2" Type="http://schemas.microsoft.com/office/2007/relationships/media" Target="../media/media-9-1.mp4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Bandeau clavardage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5C5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ta matière + ton énergie ce matin, en un mot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Qui suis-je" descr="Allô! Moi, c'est Isabelle : parcours, classes et approc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9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468880"/>
                <a:gridCol w="137160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 : je la teste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Donner une rétroaction plus rapide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: Labo, appli, café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2026-10-05T02:51:52Z</dcterms:created>
  <dcterms:modified xsi:type="dcterms:W3CDTF">2026-10-05T02:51:52Z</dcterms:modified>
</cp:coreProperties>
</file>