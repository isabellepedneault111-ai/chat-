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b7c422a1-285d-b7da-a856-e5de1ec3b710}">
          <p14:sldIdLst>
            <p14:sldId id="256"/>
          </p14:sldIdLst>
        </p14:section>
        <p14:section name="Qui suis-je" id="{5568b88f-9850-8223-858e-8cab36bd2e7d}">
          <p14:sldIdLst>
            <p14:sldId id="257"/>
          </p14:sldIdLst>
        </p14:section>
        <p14:section name="Nos élèves" id="{df54391c-d8d5-843d-3d9e-3ef0b28ab9ba}">
          <p14:sldIdLst>
            <p14:sldId id="258"/>
            <p14:sldId id="259"/>
            <p14:sldId id="260"/>
          </p14:sldIdLst>
        </p14:section>
        <p14:section name="Labo techno-IA" id="{185e0754-5caf-4cd4-e3bc-a071f3498f5b}">
          <p14:sldIdLst>
            <p14:sldId id="261"/>
          </p14:sldIdLst>
        </p14:section>
        <p14:section name="Mon Parcours" id="{53f344f7-f2a4-a6fd-c809-29f975184da2}">
          <p14:sldIdLst>
            <p14:sldId id="262"/>
          </p14:sldIdLst>
        </p14:section>
        <p14:section name="Bande-annonce" id="{7d77af6b-4497-6b17-fcc2-2881714c4ac2}">
          <p14:sldIdLst>
            <p14:sldId id="263"/>
          </p14:sldIdLst>
        </p14:section>
        <p14:section name="Inscription" id="{32a10ecb-c06c-db63-5b37-3f6d4e8bdafe}">
          <p14:sldIdLst>
            <p14:sldId id="264"/>
          </p14:sldIdLst>
        </p14:section>
        <p14:section name="Bonus" id="{f6a4b0ce-2bfa-3d35-9d14-a7fa4743fdb7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F.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Diapo de rechange si la vidéo ne joue pas : la diapo suivante (mythes contre réalité) est masquée, affiche-la au besoin.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MASQUÉE (plan B) : si la vidéo des stats ne joue pas, affiche celle-ci et la précédente.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ythes et réalité" descr="Ce qu'on croit contre ce que montrent nos donné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10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2026-10-05T02:24:21Z</dcterms:created>
  <dcterms:modified xsi:type="dcterms:W3CDTF">2026-10-05T02:24:21Z</dcterms:modified>
</cp:coreProperties>
</file>